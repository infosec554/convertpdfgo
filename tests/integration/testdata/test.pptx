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automatically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Numbers &amp; Notes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Points:</a:t>
            </a:r>
          </a:p>
          <a:p>
            <a:pPr lvl="1"/>
            <a:r>
              <a:t>Total formula demo in Excel</a:t>
            </a:r>
          </a:p>
          <a:p>
            <a:pPr lvl="1"/>
            <a:r>
              <a:t>This deck has 2 slides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